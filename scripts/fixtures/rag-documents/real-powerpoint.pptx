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季度发布计划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灰度验证通过后发布正式版本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